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4" d="100"/>
          <a:sy n="124" d="100"/>
        </p:scale>
        <p:origin x="28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1640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pot-gwig.onrender.com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nipunjay10/Spo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286000"/>
            <a:ext cx="121889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0" y="34290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Workout Accountability — Pacts &amp; Challenges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3886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3: Web Development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0" y="47091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Nipun Jayakumar &amp; Khush Patel</a:t>
            </a:r>
            <a:endParaRPr lang="en-US" sz="18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5577840"/>
            <a:ext cx="292608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10515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full-stack workout accountability app — log every session and turn skipping into something with a visible, shared cost, instead of another log-and-forget tracker</a:t>
            </a:r>
            <a:endParaRPr lang="en-US" sz="20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users form pacts with a partner and post public challenges, so data in one place has real consequences elsewhere — a shared streak survives only if both partners hit their weekly target</a:t>
            </a:r>
            <a:endParaRPr lang="en-US" sz="2000" dirty="0"/>
          </a:p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a real database, a REST API, and a client-side-rendered frontend using Node + Express + MongoDB with a React (Hooks) frontend and Passport authentication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Technologies Used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5394960" cy="24154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three areas:</a:t>
            </a:r>
            <a:endParaRPr lang="en-US" sz="1700" dirty="0"/>
          </a:p>
          <a:p>
            <a:pPr marL="508000" lvl="1" indent="-254000">
              <a:spcAft>
                <a:spcPts val="2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Workout &amp; Session History</a:t>
            </a:r>
            <a:endParaRPr lang="en-US" sz="1700" dirty="0"/>
          </a:p>
          <a:p>
            <a:pPr marL="508000" lvl="1" indent="-254000">
              <a:spcAft>
                <a:spcPts val="2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Pacts (shared weekly targets + streaks)</a:t>
            </a:r>
            <a:endParaRPr lang="en-US" sz="1700" dirty="0"/>
          </a:p>
          <a:p>
            <a:pPr marL="508000" lvl="1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(public dares with a lifecycle)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user personas: Danny (fading New Year's lifter), Alisha (competitive gym friend), and Rohan (PR chaser)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172200" y="13716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Used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172200" y="1920240"/>
            <a:ext cx="5394960" cy="24154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(Hooks, client-side rendering) + React Router, built with Vite</a:t>
            </a:r>
            <a:endParaRPr lang="en-US" sz="17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 REST API (ES modules)</a:t>
            </a:r>
            <a:endParaRPr lang="en-US" sz="17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(native Node.js driver), no Mongoose</a:t>
            </a:r>
            <a:endParaRPr lang="en-US" sz="17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 authentication + bcrypt hashing</a:t>
            </a:r>
            <a:endParaRPr lang="en-US" sz="17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API for requests</a:t>
            </a:r>
            <a:endParaRPr lang="en-US" sz="1700" dirty="0"/>
          </a:p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ESLint + Prettier for code quality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proud of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Sessions, PRs &amp; Challenges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5394960" cy="28926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PR detection</a:t>
            </a:r>
            <a:endParaRPr lang="en-US" sz="1600" dirty="0"/>
          </a:p>
          <a:p>
            <a:pPr marL="508000" lvl="1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MongoDB aggregation pipeline compares each logged lift to the user's prior best and flags new records</a:t>
            </a:r>
            <a:endParaRPr lang="en-US" sz="1600" dirty="0"/>
          </a:p>
          <a:p>
            <a:pPr marL="254000" indent="-2540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challenge lifecycle</a:t>
            </a:r>
            <a:endParaRPr lang="en-US" sz="1600" dirty="0"/>
          </a:p>
          <a:p>
            <a:pPr marL="508000" lvl="1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→ accepted → completed / failed, with a fail-fast rule when a day is missed</a:t>
            </a:r>
            <a:endParaRPr lang="en-US" sz="1600" dirty="0"/>
          </a:p>
          <a:p>
            <a:pPr marL="254000" indent="-2540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pact-clearing logic</a:t>
            </a:r>
            <a:endParaRPr lang="en-US" sz="1600" dirty="0"/>
          </a:p>
          <a:p>
            <a:pPr marL="508000" lvl="1" indent="-254000"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both partners' sessions for the week and advances or resets the shared streak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13258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Users, Auth &amp; Pacts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72200" y="1874520"/>
            <a:ext cx="5394960" cy="28926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 authentication</a:t>
            </a:r>
            <a:endParaRPr lang="en-US" sz="1600" dirty="0"/>
          </a:p>
          <a:p>
            <a:pPr marL="508000" lvl="1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Register, login, logout, and protected routes with bcrypt-hashed passwords and session cookies</a:t>
            </a:r>
            <a:endParaRPr lang="en-US" sz="1600" dirty="0"/>
          </a:p>
          <a:p>
            <a:pPr marL="254000" indent="-2540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search and profiles</a:t>
            </a:r>
            <a:endParaRPr lang="en-US" sz="1600" dirty="0"/>
          </a:p>
          <a:p>
            <a:pPr marL="508000" lvl="1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another user by username and manage your own profile</a:t>
            </a:r>
            <a:endParaRPr lang="en-US" sz="1600" dirty="0"/>
          </a:p>
          <a:p>
            <a:pPr marL="254000" indent="-2540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 on pacts</a:t>
            </a:r>
            <a:endParaRPr lang="en-US" sz="1600" dirty="0"/>
          </a:p>
          <a:p>
            <a:pPr marL="508000" lvl="1" indent="-254000"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pact with a partner and target, view the dashboard with the shared streak, edit, and dissolve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struggled with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&amp; Challenges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5394960" cy="26563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the MongoDB aggregation pipeline</a:t>
            </a:r>
            <a:endParaRPr lang="en-US" sz="1600" dirty="0"/>
          </a:p>
          <a:p>
            <a:pPr marL="508000" lvl="1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$match → $unwind → $match → $sort → $limit to find a user's prior best per exercise, checked before inserting so a lift can't PR against itself</a:t>
            </a:r>
            <a:endParaRPr lang="en-US" sz="1600" dirty="0"/>
          </a:p>
          <a:p>
            <a:pPr marL="254000" indent="-2540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challenge lifecycle right</a:t>
            </a:r>
            <a:endParaRPr lang="en-US" sz="1600" dirty="0"/>
          </a:p>
          <a:p>
            <a:pPr marL="508000" lvl="1" indent="-254000"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Resolving open → accepted → completed/failed and failing fast on a missed day without breaking the proof log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13258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&amp; Auth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72200" y="1874520"/>
            <a:ext cx="5394960" cy="26563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two halves independent but joined</a:t>
            </a:r>
            <a:endParaRPr lang="en-US" sz="1600" dirty="0"/>
          </a:p>
          <a:p>
            <a:pPr marL="508000" lvl="1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Pacts store user _ids and the clearing logic reads them — the ObjectId types have to match exactly or the join silently returns nothing</a:t>
            </a:r>
            <a:endParaRPr lang="en-US" sz="1600" dirty="0"/>
          </a:p>
          <a:p>
            <a:pPr marL="254000" indent="-2540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Merging two frontends and session-based auth</a:t>
            </a:r>
            <a:endParaRPr lang="en-US" sz="1600" dirty="0"/>
          </a:p>
          <a:p>
            <a:pPr marL="508000" lvl="1" indent="-254000">
              <a:buSzPct val="100000"/>
              <a:buChar char="•"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Reconciling a CRA and a Vite + React Router app into one, and switching every route to read the logged-in user from the Passport session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URL:  </a:t>
            </a:r>
            <a:r>
              <a:rPr lang="en-US" sz="2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https://spot-gwig.onrender.com/</a:t>
            </a:r>
            <a:r>
              <a:rPr lang="en-US" sz="2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 </a:t>
            </a:r>
            <a:r>
              <a:rPr lang="en-US" sz="2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https://github.com/nipunjay10/Spot</a:t>
            </a:r>
            <a:r>
              <a:rPr lang="en-US" sz="2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	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508</Words>
  <Application>Microsoft Macintosh PowerPoint</Application>
  <PresentationFormat>Widescreen</PresentationFormat>
  <Paragraphs>57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Nipun Jayakumar</cp:lastModifiedBy>
  <cp:revision>2</cp:revision>
  <dcterms:created xsi:type="dcterms:W3CDTF">2026-07-18T22:37:23Z</dcterms:created>
  <dcterms:modified xsi:type="dcterms:W3CDTF">2026-07-18T23:39:04Z</dcterms:modified>
</cp:coreProperties>
</file>