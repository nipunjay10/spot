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64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pot-gwig.onrender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ipunjay10/Sp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Accountability — Pacts &amp; Challenges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3: Web Development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09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Nipun Jayakumar &amp; Khush Patel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577840"/>
            <a:ext cx="29260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workout accountability app — log every session and turn skipping into something with a visible, shared cost, instead of another log-and-forget tracker</a:t>
            </a:r>
            <a:endParaRPr lang="en-US" sz="20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form pacts with a partner and post public challenges, so data in one place has real consequences elsewhere — a shared streak survives only if both partners hit their weekly target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real database, a REST API, and a client-side-rendered frontend using Node + Express + MongoDB with a React (Hooks) frontend and Passport authentication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Technologies 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394960" cy="2415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three areas:</a:t>
            </a:r>
            <a:endParaRPr lang="en-US" sz="1700" dirty="0"/>
          </a:p>
          <a:p>
            <a:pPr marL="508000" lvl="1" indent="-2540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Workout &amp; Session History</a:t>
            </a:r>
            <a:endParaRPr lang="en-US" sz="1700" dirty="0"/>
          </a:p>
          <a:p>
            <a:pPr marL="508000" lvl="1" indent="-2540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Pacts (shared weekly targets + streaks)</a:t>
            </a:r>
            <a:endParaRPr lang="en-US" sz="1700" dirty="0"/>
          </a:p>
          <a:p>
            <a:pPr marL="508000" lvl="1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(public dares with a lifecycle)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personas: Danny (fading New Year's lifter), Alisha (competitive gym friend), and Rohan (PR chaser)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7220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72200" y="1920240"/>
            <a:ext cx="5394960" cy="2415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(Hooks, client-side rendering) + React Router, built with Vite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 (ES modules)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(native Node.js driver), no Mongoose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authentication + bcrypt hashing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for requests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 for code quality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proud of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PRs &amp; Challenges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2892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 detection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MongoDB aggregation pipeline compares each logged lift to the user's prior best and flags new records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challenge lifecycle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accepted → completed / failed, with a fail-fast rule when a day is missed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pact-clearing logic</a:t>
            </a:r>
            <a:endParaRPr lang="en-US" sz="1600" dirty="0"/>
          </a:p>
          <a:p>
            <a:pPr marL="508000" lvl="1" indent="-254000"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both partners' sessions for the week and advances or resets the shared streak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1325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Auth &amp; Pacts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72200" y="1874520"/>
            <a:ext cx="5394960" cy="2892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authentication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logout, and protected routes with bcrypt-hashed passwords and session cookies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search and profiles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another user by username and manage your own profile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pacts</a:t>
            </a:r>
            <a:endParaRPr lang="en-US" sz="1600" dirty="0"/>
          </a:p>
          <a:p>
            <a:pPr marL="508000" lvl="1" indent="-254000"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pact with a partner and target, view the dashboard with the shared streak, edit, and dissolve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151" y="142887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struggled with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Challenges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2656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MongoDB aggregation pipeline</a:t>
            </a:r>
            <a:endParaRPr lang="en-US" sz="1600" dirty="0"/>
          </a:p>
          <a:p>
            <a:pPr marL="508000" lvl="1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 → $unwind → $match → $sort → $limit to find a user's prior best per exercise, checked before inserting so a lift can't PR against itself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challenge lifecycle right</a:t>
            </a:r>
            <a:endParaRPr lang="en-US" sz="1600" dirty="0"/>
          </a:p>
          <a:p>
            <a:pPr marL="508000" lvl="1" indent="-254000"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open → accepted → completed/failed and failing fast on a missed day without breaking the proof log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20991" y="78678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Auth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20990" y="1144909"/>
            <a:ext cx="5630929" cy="5436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Designing the pact lifecycle so both partners have to agree</a:t>
            </a:r>
          </a:p>
          <a:p>
            <a:pPr marL="711200" lvl="1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pact starts pending when one person proposes it and only turns active once the partner accepts, so the dashboard sorts pacts into proposed-by-you, proposed-to-you, and active</a:t>
            </a:r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/>
              <a:t>Computing a shared streak that breaks for both partners</a:t>
            </a:r>
          </a:p>
          <a:p>
            <a:pPr marL="711200" lvl="1" indent="-254000">
              <a:spcAft>
                <a:spcPts val="200"/>
              </a:spcAft>
              <a:buSzPct val="100000"/>
              <a:buChar char="•"/>
            </a:pPr>
            <a:r>
              <a:rPr lang="en-US" sz="1500" dirty="0"/>
              <a:t>Counting each partner's sessions per week against the target, where a single missed week resets the streak for both people at once</a:t>
            </a:r>
          </a:p>
          <a:p>
            <a:pPr marL="711200" lvl="1" indent="-254000">
              <a:spcAft>
                <a:spcPts val="200"/>
              </a:spcAft>
              <a:buSzPct val="100000"/>
              <a:buChar char="•"/>
            </a:pPr>
            <a:r>
              <a:rPr lang="en-US" sz="1500" dirty="0"/>
              <a:t>Learned to normalize every session date to the Monday of its week so the weekly counts line up, and walk backwards week by week to find where the streak breaks</a:t>
            </a:r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/>
              <a:t>Keeping the two halves joined without shared </a:t>
            </a:r>
            <a:r>
              <a:rPr lang="en-US" sz="1500" dirty="0" err="1"/>
              <a:t>codE</a:t>
            </a:r>
            <a:endParaRPr lang="en-US" sz="1500" dirty="0"/>
          </a:p>
          <a:p>
            <a:pPr marL="711200" lvl="1" indent="-254000">
              <a:spcAft>
                <a:spcPts val="200"/>
              </a:spcAft>
              <a:buSzPct val="100000"/>
              <a:buChar char="•"/>
            </a:pPr>
            <a:r>
              <a:rPr lang="en-US" sz="1500" dirty="0"/>
              <a:t>Pacts store user _ids and the streak logic reads them, so the collections connect purely by ID</a:t>
            </a:r>
          </a:p>
          <a:p>
            <a:pPr marL="711200" lvl="1" indent="-254000">
              <a:spcAft>
                <a:spcPts val="200"/>
              </a:spcAft>
              <a:buSzPct val="100000"/>
              <a:buChar char="•"/>
            </a:pPr>
            <a:r>
              <a:rPr lang="en-US" sz="1500" dirty="0"/>
              <a:t>Learned to store partner references as native MongoDB </a:t>
            </a:r>
            <a:r>
              <a:rPr lang="en-US" sz="1500" dirty="0" err="1"/>
              <a:t>ObjectIds</a:t>
            </a:r>
            <a:r>
              <a:rPr lang="en-US" sz="1500" dirty="0"/>
              <a:t> and query with $or on both partner fields, so a dashboard picks up pacts whether the user proposed them or was invited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 </a:t>
            </a: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https://spot-gwig.onrender.com/</a:t>
            </a: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https://github.com/nipunjay10/Spot</a:t>
            </a: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608</Words>
  <Application>Microsoft Macintosh PowerPoint</Application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Khush Patel</cp:lastModifiedBy>
  <cp:revision>3</cp:revision>
  <dcterms:created xsi:type="dcterms:W3CDTF">2026-07-18T22:37:23Z</dcterms:created>
  <dcterms:modified xsi:type="dcterms:W3CDTF">2026-07-21T00:07:26Z</dcterms:modified>
</cp:coreProperties>
</file>